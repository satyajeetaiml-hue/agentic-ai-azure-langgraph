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agentic-ai-azure-langgraph</a:t>
            </a:r>
          </a:p>
          <a:p>
            <a:r>
              <a:rPr sz="1600">
                <a:solidFill>
                  <a:srgbClr val="FFFFFF"/>
                </a:solidFill>
              </a:rPr>
              <a:t>Companion · LangGraph on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Build an agent as an explicit graph</a:t>
            </a:r>
          </a:p>
          <a:p>
            <a:r>
              <a:rPr sz="1800">
                <a:solidFill>
                  <a:srgbClr val="202020"/>
                </a:solidFill>
              </a:rPr>
              <a:t>Use typed state, nodes &amp; conditional edges</a:t>
            </a:r>
          </a:p>
          <a:p>
            <a:r>
              <a:rPr sz="1800">
                <a:solidFill>
                  <a:srgbClr val="202020"/>
                </a:solidFill>
              </a:rPr>
              <a:t>Compare LangGraph to the Microsoft Agent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Support Triage Graph</a:t>
            </a:r>
          </a:p>
          <a:p>
            <a:r>
              <a:rPr sz="1800">
                <a:solidFill>
                  <a:srgbClr val="202020"/>
                </a:solidFill>
              </a:rPr>
              <a:t>Same triage problem as Week 1, as a StateGraph</a:t>
            </a:r>
          </a:p>
          <a:p>
            <a:r>
              <a:rPr sz="1800">
                <a:solidFill>
                  <a:srgbClr val="202020"/>
                </a:solidFill>
              </a:rPr>
              <a:t>Shows the 'path' of nodes visited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START → classify → (escalate | retrieve → respond) → END</a:t>
            </a:r>
          </a:p>
          <a:p>
            <a:r>
              <a:rPr sz="1800">
                <a:solidFill>
                  <a:srgbClr val="202020"/>
                </a:solidFill>
              </a:rPr>
              <a:t>classify sets severity &amp; category</a:t>
            </a:r>
          </a:p>
          <a:p>
            <a:r>
              <a:rPr sz="1800">
                <a:solidFill>
                  <a:srgbClr val="202020"/>
                </a:solidFill>
              </a:rPr>
              <a:t>conditional edge routes urgent → escalate</a:t>
            </a:r>
          </a:p>
          <a:p>
            <a:r>
              <a:rPr sz="1800">
                <a:solidFill>
                  <a:srgbClr val="202020"/>
                </a:solidFill>
              </a:rPr>
              <a:t>respond optionally rephrased by Azure OpenAI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StateGraph: add_node, add_conditional_edges, compile</a:t>
            </a:r>
          </a:p>
          <a:p>
            <a:r>
              <a:rPr sz="1800">
                <a:solidFill>
                  <a:srgbClr val="202020"/>
                </a:solidFill>
              </a:rPr>
              <a:t>Graph runs for real offline (nodes are Python)</a:t>
            </a:r>
          </a:p>
          <a:p>
            <a:r>
              <a:rPr sz="1800">
                <a:solidFill>
                  <a:srgbClr val="202020"/>
                </a:solidFill>
              </a:rPr>
              <a:t>langchain-openai AzureChatOpenAI is optional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/api/v1/triage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LangGraph shines when control flow is the hard part</a:t>
            </a:r>
          </a:p>
          <a:p>
            <a:r>
              <a:rPr sz="1800">
                <a:solidFill>
                  <a:srgbClr val="202020"/>
                </a:solidFill>
              </a:rPr>
              <a:t>Branches, loops, checkpoints, human-in-the-loop</a:t>
            </a:r>
          </a:p>
          <a:p>
            <a:r>
              <a:rPr sz="1800">
                <a:solidFill>
                  <a:srgbClr val="202020"/>
                </a:solidFill>
              </a:rPr>
              <a:t>Vendor-neutral; works with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